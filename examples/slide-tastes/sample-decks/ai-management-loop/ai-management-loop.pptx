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sample-decks/ai-management-loop/slides/slide-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sample-decks/ai-management-loop/slides/slide-02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sample-decks/ai-management-loop/slides/slide-03-diagno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sample-decks/ai-management-loop/slides/slide-04-sou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sample-decks/ai-management-loop/slides/slide-05-d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sample-decks/ai-management-loop/slides/slide-06-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sample-decks/ai-management-loop/slides/slide-07-le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ThinkMove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Management Loop</dc:title>
  <dc:subject>AI Management Loop deck sample</dc:subject>
  <dc:creator>ThinkMove</dc:creator>
  <cp:lastModifiedBy>ThinkMove</cp:lastModifiedBy>
  <cp:revision>1</cp:revision>
  <dcterms:created xsi:type="dcterms:W3CDTF">2026-05-24T04:13:28Z</dcterms:created>
  <dcterms:modified xsi:type="dcterms:W3CDTF">2026-05-24T04:13:28Z</dcterms:modified>
</cp:coreProperties>
</file>