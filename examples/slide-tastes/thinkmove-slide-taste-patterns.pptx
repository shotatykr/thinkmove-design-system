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tatoyokura/projects/thinkmove-design-system/examples/slide-tastes/previews/quiet-propos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tatoyokura/projects/thinkmove-design-system/examples/slide-tastes/previews/diagnostic-cockp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tatoyokura/projects/thinkmove-design-system/examples/slide-tastes/previews/evidence-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tatoyokura/projects/thinkmove-design-system/examples/slide-tastes/previews/workshop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tatoyokura/projects/thinkmove-design-system/examples/slide-tastes/previews/keynote-narra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ThinkMove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ThinkMove Slide Taste Patterns</dc:title>
  <dc:subject>ThinkMove slide taste pattern previews</dc:subject>
  <dc:creator>ThinkMove</dc:creator>
  <cp:lastModifiedBy>ThinkMove</cp:lastModifiedBy>
  <cp:revision>1</cp:revision>
  <dcterms:created xsi:type="dcterms:W3CDTF">2026-05-24T03:48:43Z</dcterms:created>
  <dcterms:modified xsi:type="dcterms:W3CDTF">2026-05-24T03:48:43Z</dcterms:modified>
</cp:coreProperties>
</file>